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imWihoXCEge5pLUDqCN7LheQK8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66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